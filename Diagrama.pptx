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1DB1D-8338-AC69-9065-858A9E624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833F35-B78D-D916-677C-FBED5E73F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EB89C5-2714-70D5-83BE-1285EDB2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7258B-CA10-A90B-CF61-F1614027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39F472-8B48-A107-49EC-881F7BC6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01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59EF-5737-0755-9A69-AD406480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326A0F-26A0-B39C-3930-B802A4560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7C88-522C-86C0-A693-F5ED39B2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F190FC-96B5-234B-411F-53D18832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121DC-A6C4-C3F8-4110-64138DD2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106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FE41-222F-2D50-2ED9-A427C725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6F3EBD-EA6B-DFA5-AE80-5388DAD4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B76828-444F-A689-C9EA-1E91EF84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2AEED1-9713-F302-283A-CC8F9A7A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BE0BC-2ACB-29C3-4EE4-75A21E4A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392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9A5DF-B309-F696-0B88-EE01C59D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A7CD7-C15F-3471-AD19-842E5089B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074D7A-CF2B-9384-5C66-7FD544FB6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26CE4-43A5-CAC4-C99D-850279B4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C90928-D38E-9FFB-321B-4A411AD2F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7011CE-F104-CE79-A601-D98DA826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316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468B2-42EF-906C-90F1-A17300AD1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2F83AD-DD59-8106-C6A6-0FB94E36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9CB956-8360-D9E7-6561-0B86992E8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B871A2-01AD-FA94-FA13-BECDEC5D5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B4B566-6511-61A6-198F-CAE12AC6D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86964D-62E0-829E-E345-7ED2AD80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AC248F-C714-1283-311D-883F6B94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C8F42A-EFC5-DAD6-74E0-82E2DBF7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115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8E33E-E32C-E005-5511-B83120D8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D3F6E6-FCDB-9BCB-3E12-BD6FF2E5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7D41C0-17F4-8226-EC52-3B470A24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2EE69D-595B-BEA3-F653-FCD471FF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559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4E6B84-9D46-072A-D00A-CD04553F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A5AFE3-387B-A08A-1300-27E947D4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8CB15-3DE8-FE34-26E8-2593762C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416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F7AA1-F34D-21AF-3C8D-8490199D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467B74-FF93-D0E4-176C-71E6C808F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866773-7072-7347-45AC-F9E6B2C59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3FA018-584E-8010-97D7-92988F70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E017DE-D59D-E59D-9BBD-1A3ABEE2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3BE094-8B29-99F1-C8F9-7AA2455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777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64645-9881-BD14-324C-DD4F15DF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7BE3DA6-5160-E005-42B3-02DC5D1B4F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4960DD-6E71-4806-4F51-1E4E38BE0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B6B945-2ED9-56B8-2CE9-62F4DEBE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118795-7DC1-0973-5848-F5D746A2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07B4E3-78BC-CC11-8B09-9169AFB0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66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53740-9EEA-0A26-04C2-21C55F86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70E2A5-6683-3A83-7DD9-D5FEA7846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DDA1A4-7F78-13D1-EF62-257E60E6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3F95F-5F16-2C90-05F5-66517FD5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8108F2-E1D1-8B80-449E-0194608F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09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BA8FE2-9257-362C-87AD-B1B02A031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22A22E-2E6B-83D0-5E55-790AED412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FF05F-8688-6160-9FC0-BE1700B7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D723AE-B414-9D4D-530A-5C6664A9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3B463-634F-9C09-5420-A4A01498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191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F88458-054B-6163-342E-720798B5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A0076C-DCED-45A1-52A1-2326E616D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14F0AE-3FD5-AB9A-D8E7-6C8A105EF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8ECD1-BBCF-1E42-AE70-CBABFC83FBAB}" type="datetimeFigureOut">
              <a:rPr lang="es-CO" smtClean="0"/>
              <a:t>29/09/26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AB57FD-72A7-4210-FCC1-F73D4C9ED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046CDC-1B8B-0C46-6C90-487B7777D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30677-1761-CA43-A891-8198DD5E3E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186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org&amp;utm_campaign=index&amp;utm_content=thumbnai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1A71-AAFD-0B04-7727-8FFB8354A5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06A3FB-5CA3-0E1A-E08B-A032024F5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 de Microsoft Excel: la historia y el significado de logotipo, la marca  y el simbolo. | png, vector">
            <a:extLst>
              <a:ext uri="{FF2B5EF4-FFF2-40B4-BE49-F238E27FC236}">
                <a16:creationId xmlns:a16="http://schemas.microsoft.com/office/drawing/2014/main" id="{05C0FD4C-8421-110C-5C8A-102891D8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80" y="643719"/>
            <a:ext cx="1951166" cy="110283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0274EF4-3023-A164-046D-27C308D14D93}"/>
              </a:ext>
            </a:extLst>
          </p:cNvPr>
          <p:cNvSpPr txBox="1"/>
          <p:nvPr/>
        </p:nvSpPr>
        <p:spPr>
          <a:xfrm>
            <a:off x="2259566" y="1746552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FMBD.xlsx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07A7CA-0A86-BEC2-9605-074A2E10D234}"/>
              </a:ext>
            </a:extLst>
          </p:cNvPr>
          <p:cNvSpPr txBox="1"/>
          <p:nvPr/>
        </p:nvSpPr>
        <p:spPr>
          <a:xfrm>
            <a:off x="2112987" y="6164077"/>
            <a:ext cx="1514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Encuesta.csv</a:t>
            </a:r>
            <a:endParaRPr lang="es-CO" dirty="0"/>
          </a:p>
        </p:txBody>
      </p:sp>
      <p:pic>
        <p:nvPicPr>
          <p:cNvPr id="9" name="Imagen 8" descr="Tutorial: using an UTF-8 encoded CSV file to import users">
            <a:extLst>
              <a:ext uri="{FF2B5EF4-FFF2-40B4-BE49-F238E27FC236}">
                <a16:creationId xmlns:a16="http://schemas.microsoft.com/office/drawing/2014/main" id="{77B32A11-E822-0AD7-A1F7-A70D2FA1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780" y="4898138"/>
            <a:ext cx="2025502" cy="1265939"/>
          </a:xfrm>
          <a:prstGeom prst="rect">
            <a:avLst/>
          </a:prstGeom>
        </p:spPr>
      </p:pic>
      <p:pic>
        <p:nvPicPr>
          <p:cNvPr id="10" name="Imagen 9" descr="REDCap Mobile App - Apps en Google Play">
            <a:extLst>
              <a:ext uri="{FF2B5EF4-FFF2-40B4-BE49-F238E27FC236}">
                <a16:creationId xmlns:a16="http://schemas.microsoft.com/office/drawing/2014/main" id="{836011D5-9797-E7D6-991A-4C6FB9B65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4" y="4739314"/>
            <a:ext cx="1414130" cy="141413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2973D6B-BAE4-6C40-49A0-F9E06348099F}"/>
              </a:ext>
            </a:extLst>
          </p:cNvPr>
          <p:cNvSpPr txBox="1"/>
          <p:nvPr/>
        </p:nvSpPr>
        <p:spPr>
          <a:xfrm>
            <a:off x="319981" y="6153444"/>
            <a:ext cx="106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Proyecto</a:t>
            </a:r>
            <a:br>
              <a:rPr lang="es-CO" dirty="0"/>
            </a:br>
            <a:r>
              <a:rPr lang="es-CO" dirty="0"/>
              <a:t>REDCAP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113AEE-0D4C-1FA4-C371-D3AF36E3B66F}"/>
              </a:ext>
            </a:extLst>
          </p:cNvPr>
          <p:cNvSpPr txBox="1"/>
          <p:nvPr/>
        </p:nvSpPr>
        <p:spPr>
          <a:xfrm>
            <a:off x="6075379" y="4369982"/>
            <a:ext cx="1514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Encuesta.csv</a:t>
            </a:r>
            <a:endParaRPr lang="es-CO" dirty="0"/>
          </a:p>
        </p:txBody>
      </p:sp>
      <p:pic>
        <p:nvPicPr>
          <p:cNvPr id="13" name="Imagen 12" descr="Tutorial: using an UTF-8 encoded CSV file to import users">
            <a:extLst>
              <a:ext uri="{FF2B5EF4-FFF2-40B4-BE49-F238E27FC236}">
                <a16:creationId xmlns:a16="http://schemas.microsoft.com/office/drawing/2014/main" id="{43EAAC75-4F4D-04B0-6F9A-297359D60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172" y="3104043"/>
            <a:ext cx="2025502" cy="1265939"/>
          </a:xfrm>
          <a:prstGeom prst="rect">
            <a:avLst/>
          </a:prstGeom>
        </p:spPr>
      </p:pic>
      <p:pic>
        <p:nvPicPr>
          <p:cNvPr id="14" name="Imagen 13" descr="Python (programming language) - Wikipedia">
            <a:extLst>
              <a:ext uri="{FF2B5EF4-FFF2-40B4-BE49-F238E27FC236}">
                <a16:creationId xmlns:a16="http://schemas.microsoft.com/office/drawing/2014/main" id="{D27BAB21-B7F1-CD3F-127F-72FA0C55D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516" y="2852589"/>
            <a:ext cx="1694563" cy="169456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DA34D2A-2875-A965-FDF4-C3E7C62A6505}"/>
              </a:ext>
            </a:extLst>
          </p:cNvPr>
          <p:cNvSpPr txBox="1"/>
          <p:nvPr/>
        </p:nvSpPr>
        <p:spPr>
          <a:xfrm>
            <a:off x="3899197" y="4547152"/>
            <a:ext cx="1375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Limpieza.py</a:t>
            </a:r>
            <a:endParaRPr lang="es-CO" dirty="0"/>
          </a:p>
        </p:txBody>
      </p:sp>
      <p:pic>
        <p:nvPicPr>
          <p:cNvPr id="16" name="Imagen 15" descr="REDCap Mobile App - Apps en Google Play">
            <a:extLst>
              <a:ext uri="{FF2B5EF4-FFF2-40B4-BE49-F238E27FC236}">
                <a16:creationId xmlns:a16="http://schemas.microsoft.com/office/drawing/2014/main" id="{A1710CF8-C3A0-4C02-A768-3082B9FA0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551" y="3048185"/>
            <a:ext cx="1414130" cy="141413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FB0F6F2-A096-3374-94B2-BD99FB3695CC}"/>
              </a:ext>
            </a:extLst>
          </p:cNvPr>
          <p:cNvSpPr txBox="1"/>
          <p:nvPr/>
        </p:nvSpPr>
        <p:spPr>
          <a:xfrm>
            <a:off x="8407668" y="4462315"/>
            <a:ext cx="106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Proyecto</a:t>
            </a:r>
            <a:br>
              <a:rPr lang="es-CO" dirty="0"/>
            </a:br>
            <a:r>
              <a:rPr lang="es-CO" dirty="0"/>
              <a:t>REDCAP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E972F2-4294-906D-B435-734DEC4D4D84}"/>
              </a:ext>
            </a:extLst>
          </p:cNvPr>
          <p:cNvSpPr txBox="1"/>
          <p:nvPr/>
        </p:nvSpPr>
        <p:spPr>
          <a:xfrm>
            <a:off x="10436139" y="4462315"/>
            <a:ext cx="113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datos.csv</a:t>
            </a:r>
            <a:endParaRPr lang="es-CO" dirty="0"/>
          </a:p>
        </p:txBody>
      </p:sp>
      <p:pic>
        <p:nvPicPr>
          <p:cNvPr id="21" name="Imagen 20" descr="Tutorial: using an UTF-8 encoded CSV file to import users">
            <a:extLst>
              <a:ext uri="{FF2B5EF4-FFF2-40B4-BE49-F238E27FC236}">
                <a16:creationId xmlns:a16="http://schemas.microsoft.com/office/drawing/2014/main" id="{3E0E218F-F42A-677F-0BD0-ED7C064DC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3352" y="3196376"/>
            <a:ext cx="2025502" cy="1265939"/>
          </a:xfrm>
          <a:prstGeom prst="rect">
            <a:avLst/>
          </a:prstGeom>
        </p:spPr>
      </p:pic>
      <p:pic>
        <p:nvPicPr>
          <p:cNvPr id="22" name="Imagen 21" descr="Upload Data with Power Query — Excel Dashboards VBA">
            <a:extLst>
              <a:ext uri="{FF2B5EF4-FFF2-40B4-BE49-F238E27FC236}">
                <a16:creationId xmlns:a16="http://schemas.microsoft.com/office/drawing/2014/main" id="{CA54DAD3-8717-CC1A-3DFF-DA8D9AB67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131" y="594112"/>
            <a:ext cx="1285942" cy="1521772"/>
          </a:xfrm>
          <a:prstGeom prst="rect">
            <a:avLst/>
          </a:prstGeom>
        </p:spPr>
      </p:pic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066DD3D-6AA8-3FE7-D635-3A69AD0F240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464994" y="5531108"/>
            <a:ext cx="3237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D81EB9B-99CA-4711-F73F-3D87354A0DF2}"/>
              </a:ext>
            </a:extLst>
          </p:cNvPr>
          <p:cNvCxnSpPr>
            <a:endCxn id="15" idx="2"/>
          </p:cNvCxnSpPr>
          <p:nvPr/>
        </p:nvCxnSpPr>
        <p:spPr>
          <a:xfrm flipV="1">
            <a:off x="3296093" y="4916484"/>
            <a:ext cx="1290889" cy="61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70DAFC4-1CFA-74F9-FD65-4007D5FE5076}"/>
              </a:ext>
            </a:extLst>
          </p:cNvPr>
          <p:cNvCxnSpPr>
            <a:stCxn id="6" idx="2"/>
            <a:endCxn id="14" idx="0"/>
          </p:cNvCxnSpPr>
          <p:nvPr/>
        </p:nvCxnSpPr>
        <p:spPr>
          <a:xfrm>
            <a:off x="2870150" y="2115884"/>
            <a:ext cx="1710648" cy="736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FFA6639-1701-B749-F560-192E64A8CE5E}"/>
              </a:ext>
            </a:extLst>
          </p:cNvPr>
          <p:cNvCxnSpPr>
            <a:stCxn id="14" idx="3"/>
          </p:cNvCxnSpPr>
          <p:nvPr/>
        </p:nvCxnSpPr>
        <p:spPr>
          <a:xfrm flipV="1">
            <a:off x="5428079" y="3689498"/>
            <a:ext cx="834498" cy="10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CB1FD04-2BAC-A390-904E-A56B0B7F75E2}"/>
              </a:ext>
            </a:extLst>
          </p:cNvPr>
          <p:cNvCxnSpPr>
            <a:endCxn id="16" idx="1"/>
          </p:cNvCxnSpPr>
          <p:nvPr/>
        </p:nvCxnSpPr>
        <p:spPr>
          <a:xfrm>
            <a:off x="7251405" y="3753293"/>
            <a:ext cx="887146" cy="1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953C754-5873-5D24-AD32-2DE2502F067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9552681" y="3753293"/>
            <a:ext cx="883458" cy="1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E33E7C2-E7E8-1536-D2AE-944E0B4EF62B}"/>
              </a:ext>
            </a:extLst>
          </p:cNvPr>
          <p:cNvCxnSpPr>
            <a:stCxn id="21" idx="0"/>
            <a:endCxn id="22" idx="2"/>
          </p:cNvCxnSpPr>
          <p:nvPr/>
        </p:nvCxnSpPr>
        <p:spPr>
          <a:xfrm flipH="1" flipV="1">
            <a:off x="11006102" y="2115884"/>
            <a:ext cx="1" cy="1080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6F9C783-A946-80E7-4C1F-753A2A0DD5CA}"/>
              </a:ext>
            </a:extLst>
          </p:cNvPr>
          <p:cNvCxnSpPr>
            <a:cxnSpLocks/>
          </p:cNvCxnSpPr>
          <p:nvPr/>
        </p:nvCxnSpPr>
        <p:spPr>
          <a:xfrm>
            <a:off x="3410423" y="1202707"/>
            <a:ext cx="70257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60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</Words>
  <Application>Microsoft Macintosh PowerPoint</Application>
  <PresentationFormat>Panorámica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Angarita Torres</dc:creator>
  <cp:lastModifiedBy>Juan Sebastian Angarita Torres</cp:lastModifiedBy>
  <cp:revision>1</cp:revision>
  <dcterms:created xsi:type="dcterms:W3CDTF">2026-09-29T17:11:29Z</dcterms:created>
  <dcterms:modified xsi:type="dcterms:W3CDTF">2026-09-29T17:19:29Z</dcterms:modified>
</cp:coreProperties>
</file>