
<file path=[Content_Types].xml><?xml version="1.0" encoding="utf-8"?>
<Types xmlns="http://schemas.openxmlformats.org/package/2006/content-types">
  <Default Extension="jpeg" ContentType="image/jpeg"/>
  <Default Extension="org&amp;utm_campaign=index&amp;utm_content=thumbnail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4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B1DB1D-8338-AC69-9065-858A9E624C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5833F35-B78D-D916-677C-FBED5E73F9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7EB89C5-2714-70D5-83BE-1285EDB2D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8ECD1-BBCF-1E42-AE70-CBABFC83FBAB}" type="datetimeFigureOut">
              <a:rPr lang="es-CO" smtClean="0"/>
              <a:t>29/09/26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257258B-CA10-A90B-CF61-F16140278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D39F472-8B48-A107-49EC-881F7BC63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0677-1761-CA43-A891-8198DD5E3E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30150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5F59EF-5737-0755-9A69-AD406480A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C326A0F-26A0-B39C-3930-B802A4560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9F17C88-522C-86C0-A693-F5ED39B28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8ECD1-BBCF-1E42-AE70-CBABFC83FBAB}" type="datetimeFigureOut">
              <a:rPr lang="es-CO" smtClean="0"/>
              <a:t>29/09/26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6F190FC-96B5-234B-411F-53D188320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09121DC-A6C4-C3F8-4110-64138DD29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0677-1761-CA43-A891-8198DD5E3E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710655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AAFE41-222F-2D50-2ED9-A427C7250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76F3EBD-EA6B-DFA5-AE80-5388DAD431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DB76828-444F-A689-C9EA-1E91EF844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8ECD1-BBCF-1E42-AE70-CBABFC83FBAB}" type="datetimeFigureOut">
              <a:rPr lang="es-CO" smtClean="0"/>
              <a:t>29/09/26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B2AEED1-9713-F302-283A-CC8F9A7A1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1DBE0BC-2ACB-29C3-4EE4-75A21E4AC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0677-1761-CA43-A891-8198DD5E3E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23924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D9A5DF-B309-F696-0B88-EE01C59DD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7EA7CD7-C15F-3471-AD19-842E5089B8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2074D7A-CF2B-9384-5C66-7FD544FB60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5126CE4-43A5-CAC4-C99D-850279B45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8ECD1-BBCF-1E42-AE70-CBABFC83FBAB}" type="datetimeFigureOut">
              <a:rPr lang="es-CO" smtClean="0"/>
              <a:t>29/09/26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CC90928-D38E-9FFB-321B-4A411AD2F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37011CE-F104-CE79-A601-D98DA8269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0677-1761-CA43-A891-8198DD5E3E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231624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3468B2-42EF-906C-90F1-A17300AD1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02F83AD-DD59-8106-C6A6-0FB94E36CF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D9CB956-8360-D9E7-6561-0B86992E84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EB871A2-01AD-FA94-FA13-BECDEC5D50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9B4B566-6511-61A6-198F-CAE12AC6DB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4486964D-62E0-829E-E345-7ED2AD803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8ECD1-BBCF-1E42-AE70-CBABFC83FBAB}" type="datetimeFigureOut">
              <a:rPr lang="es-CO" smtClean="0"/>
              <a:t>29/09/26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B5AC248F-C714-1283-311D-883F6B942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4EC8F42A-EFC5-DAD6-74E0-82E2DBF72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0677-1761-CA43-A891-8198DD5E3E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111507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48E33E-E32C-E005-5511-B83120D8B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3D3F6E6-FCDB-9BCB-3E12-BD6FF2E5E1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8ECD1-BBCF-1E42-AE70-CBABFC83FBAB}" type="datetimeFigureOut">
              <a:rPr lang="es-CO" smtClean="0"/>
              <a:t>29/09/26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F7D41C0-17F4-8226-EC52-3B470A240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32EE69D-595B-BEA3-F653-FCD471FFD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0677-1761-CA43-A891-8198DD5E3E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15596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B4E6B84-9D46-072A-D00A-CD04553F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8ECD1-BBCF-1E42-AE70-CBABFC83FBAB}" type="datetimeFigureOut">
              <a:rPr lang="es-CO" smtClean="0"/>
              <a:t>29/09/26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BA5AFE3-387B-A08A-1300-27E947D4E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BB8CB15-3DE8-FE34-26E8-2593762C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0677-1761-CA43-A891-8198DD5E3E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041656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0F7AA1-F34D-21AF-3C8D-8490199D9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7467B74-FF93-D0E4-176C-71E6C808F5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0866773-7072-7347-45AC-F9E6B2C594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23FA018-584E-8010-97D7-92988F70A2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8ECD1-BBCF-1E42-AE70-CBABFC83FBAB}" type="datetimeFigureOut">
              <a:rPr lang="es-CO" smtClean="0"/>
              <a:t>29/09/26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4E017DE-D59D-E59D-9BBD-1A3ABEE25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E3BE094-8B29-99F1-C8F9-7AA2455D1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0677-1761-CA43-A891-8198DD5E3E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777787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964645-9881-BD14-324C-DD4F15DF3B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7BE3DA6-5160-E005-42B3-02DC5D1B4FC6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84960DD-6E71-4806-4F51-1E4E38BE06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0B6B945-2ED9-56B8-2CE9-62F4DEBEB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8ECD1-BBCF-1E42-AE70-CBABFC83FBAB}" type="datetimeFigureOut">
              <a:rPr lang="es-CO" smtClean="0"/>
              <a:t>29/09/26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6118795-7DC1-0973-5848-F5D746A2A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407B4E3-78BC-CC11-8B09-9169AFB08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0677-1761-CA43-A891-8198DD5E3E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8166648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D53740-9EEA-0A26-04C2-21C55F86E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770E2A5-6683-3A83-7DD9-D5FEA78464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4DDA1A4-7F78-13D1-EF62-257E60E6A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8ECD1-BBCF-1E42-AE70-CBABFC83FBAB}" type="datetimeFigureOut">
              <a:rPr lang="es-CO" smtClean="0"/>
              <a:t>29/09/26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443F95F-5F16-2C90-05F5-66517FD5D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28108F2-E1D1-8B80-449E-0194608F9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0677-1761-CA43-A891-8198DD5E3E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40941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DBA8FE2-9257-362C-87AD-B1B02A031B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422A22E-2E6B-83D0-5E55-790AED4127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3FF05F-8688-6160-9FC0-BE1700B76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8ECD1-BBCF-1E42-AE70-CBABFC83FBAB}" type="datetimeFigureOut">
              <a:rPr lang="es-CO" smtClean="0"/>
              <a:t>29/09/26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AD723AE-B414-9D4D-530A-5C6664A9F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E43B463-634F-9C09-5420-A4A014981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0677-1761-CA43-A891-8198DD5E3E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81913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0CF88458-054B-6163-342E-720798B52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2A0076C-DCED-45A1-52A1-2326E616DE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414F0AE-3FD5-AB9A-D8E7-6C8A105EFC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48ECD1-BBCF-1E42-AE70-CBABFC83FBAB}" type="datetimeFigureOut">
              <a:rPr lang="es-CO" smtClean="0"/>
              <a:t>29/09/26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EAB57FD-72A7-4210-FCC1-F73D4C9EDE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6046CDC-1B8B-0C46-6C90-487B7777D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430677-1761-CA43-A891-8198DD5E3E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318679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org&amp;utm_campaign=index&amp;utm_content=thumbnai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F01A71-AAFD-0B04-7727-8FFB8354A5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E06A3FB-5CA3-0E1A-E08B-A032024F57E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0303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Logo de Microsoft Excel: la historia y el significado de logotipo, la marca  y el simbolo. | png, vector">
            <a:extLst>
              <a:ext uri="{FF2B5EF4-FFF2-40B4-BE49-F238E27FC236}">
                <a16:creationId xmlns:a16="http://schemas.microsoft.com/office/drawing/2014/main" id="{05C0FD4C-8421-110C-5C8A-102891D804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780" y="643719"/>
            <a:ext cx="1951166" cy="1102833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20274EF4-3023-A164-046D-27C308D14D93}"/>
              </a:ext>
            </a:extLst>
          </p:cNvPr>
          <p:cNvSpPr txBox="1"/>
          <p:nvPr/>
        </p:nvSpPr>
        <p:spPr>
          <a:xfrm>
            <a:off x="2259566" y="1746552"/>
            <a:ext cx="12211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dirty="0" err="1"/>
              <a:t>FMBD.xlsx</a:t>
            </a:r>
            <a:endParaRPr lang="es-CO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E07A7CA-0A86-BEC2-9605-074A2E10D234}"/>
              </a:ext>
            </a:extLst>
          </p:cNvPr>
          <p:cNvSpPr txBox="1"/>
          <p:nvPr/>
        </p:nvSpPr>
        <p:spPr>
          <a:xfrm>
            <a:off x="2112987" y="6164077"/>
            <a:ext cx="1514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dirty="0" err="1"/>
              <a:t>Encuesta.csv</a:t>
            </a:r>
            <a:endParaRPr lang="es-CO" dirty="0"/>
          </a:p>
        </p:txBody>
      </p:sp>
      <p:pic>
        <p:nvPicPr>
          <p:cNvPr id="9" name="Imagen 8" descr="Tutorial: using an UTF-8 encoded CSV file to import users">
            <a:extLst>
              <a:ext uri="{FF2B5EF4-FFF2-40B4-BE49-F238E27FC236}">
                <a16:creationId xmlns:a16="http://schemas.microsoft.com/office/drawing/2014/main" id="{77B32A11-E822-0AD7-A1F7-A70D2FA180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8780" y="4898138"/>
            <a:ext cx="2025502" cy="1265939"/>
          </a:xfrm>
          <a:prstGeom prst="rect">
            <a:avLst/>
          </a:prstGeom>
        </p:spPr>
      </p:pic>
      <p:pic>
        <p:nvPicPr>
          <p:cNvPr id="10" name="Imagen 9" descr="REDCap Mobile App - Apps en Google Play">
            <a:extLst>
              <a:ext uri="{FF2B5EF4-FFF2-40B4-BE49-F238E27FC236}">
                <a16:creationId xmlns:a16="http://schemas.microsoft.com/office/drawing/2014/main" id="{836011D5-9797-E7D6-991A-4C6FB9B65F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64" y="4739314"/>
            <a:ext cx="1414130" cy="1414130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E2973D6B-BAE4-6C40-49A0-F9E06348099F}"/>
              </a:ext>
            </a:extLst>
          </p:cNvPr>
          <p:cNvSpPr txBox="1"/>
          <p:nvPr/>
        </p:nvSpPr>
        <p:spPr>
          <a:xfrm>
            <a:off x="319981" y="6153444"/>
            <a:ext cx="10600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dirty="0"/>
              <a:t>Proyecto</a:t>
            </a:r>
            <a:br>
              <a:rPr lang="es-CO" dirty="0"/>
            </a:br>
            <a:r>
              <a:rPr lang="es-CO" dirty="0"/>
              <a:t>REDCAP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A9113AEE-0D4C-1FA4-C371-D3AF36E3B66F}"/>
              </a:ext>
            </a:extLst>
          </p:cNvPr>
          <p:cNvSpPr txBox="1"/>
          <p:nvPr/>
        </p:nvSpPr>
        <p:spPr>
          <a:xfrm>
            <a:off x="6075379" y="4369982"/>
            <a:ext cx="1514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dirty="0" err="1"/>
              <a:t>Encuesta.csv</a:t>
            </a:r>
            <a:endParaRPr lang="es-CO" dirty="0"/>
          </a:p>
        </p:txBody>
      </p:sp>
      <p:pic>
        <p:nvPicPr>
          <p:cNvPr id="13" name="Imagen 12" descr="Tutorial: using an UTF-8 encoded CSV file to import users">
            <a:extLst>
              <a:ext uri="{FF2B5EF4-FFF2-40B4-BE49-F238E27FC236}">
                <a16:creationId xmlns:a16="http://schemas.microsoft.com/office/drawing/2014/main" id="{43EAAC75-4F4D-04B0-6F9A-297359D608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1172" y="3104043"/>
            <a:ext cx="2025502" cy="1265939"/>
          </a:xfrm>
          <a:prstGeom prst="rect">
            <a:avLst/>
          </a:prstGeom>
        </p:spPr>
      </p:pic>
      <p:pic>
        <p:nvPicPr>
          <p:cNvPr id="14" name="Imagen 13" descr="Python (programming language) - Wikipedia">
            <a:extLst>
              <a:ext uri="{FF2B5EF4-FFF2-40B4-BE49-F238E27FC236}">
                <a16:creationId xmlns:a16="http://schemas.microsoft.com/office/drawing/2014/main" id="{D27BAB21-B7F1-CD3F-127F-72FA0C55DE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3516" y="2852589"/>
            <a:ext cx="1694563" cy="1694563"/>
          </a:xfrm>
          <a:prstGeom prst="rect">
            <a:avLst/>
          </a:prstGeom>
        </p:spPr>
      </p:pic>
      <p:sp>
        <p:nvSpPr>
          <p:cNvPr id="15" name="CuadroTexto 14">
            <a:extLst>
              <a:ext uri="{FF2B5EF4-FFF2-40B4-BE49-F238E27FC236}">
                <a16:creationId xmlns:a16="http://schemas.microsoft.com/office/drawing/2014/main" id="{BDA34D2A-2875-A965-FDF4-C3E7C62A6505}"/>
              </a:ext>
            </a:extLst>
          </p:cNvPr>
          <p:cNvSpPr txBox="1"/>
          <p:nvPr/>
        </p:nvSpPr>
        <p:spPr>
          <a:xfrm>
            <a:off x="3899197" y="4547152"/>
            <a:ext cx="1375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dirty="0" err="1"/>
              <a:t>Limpieza.py</a:t>
            </a:r>
            <a:endParaRPr lang="es-CO" dirty="0"/>
          </a:p>
        </p:txBody>
      </p:sp>
      <p:pic>
        <p:nvPicPr>
          <p:cNvPr id="16" name="Imagen 15" descr="REDCap Mobile App - Apps en Google Play">
            <a:extLst>
              <a:ext uri="{FF2B5EF4-FFF2-40B4-BE49-F238E27FC236}">
                <a16:creationId xmlns:a16="http://schemas.microsoft.com/office/drawing/2014/main" id="{A1710CF8-C3A0-4C02-A768-3082B9FA06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551" y="3048185"/>
            <a:ext cx="1414130" cy="1414130"/>
          </a:xfrm>
          <a:prstGeom prst="rect">
            <a:avLst/>
          </a:prstGeom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8FB0F6F2-A096-3374-94B2-BD99FB3695CC}"/>
              </a:ext>
            </a:extLst>
          </p:cNvPr>
          <p:cNvSpPr txBox="1"/>
          <p:nvPr/>
        </p:nvSpPr>
        <p:spPr>
          <a:xfrm>
            <a:off x="8407668" y="4462315"/>
            <a:ext cx="10600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dirty="0"/>
              <a:t>Proyecto</a:t>
            </a:r>
            <a:br>
              <a:rPr lang="es-CO" dirty="0"/>
            </a:br>
            <a:r>
              <a:rPr lang="es-CO" dirty="0"/>
              <a:t>REDCAP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99E972F2-4294-906D-B435-734DEC4D4D84}"/>
              </a:ext>
            </a:extLst>
          </p:cNvPr>
          <p:cNvSpPr txBox="1"/>
          <p:nvPr/>
        </p:nvSpPr>
        <p:spPr>
          <a:xfrm>
            <a:off x="10436139" y="4462315"/>
            <a:ext cx="1139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dirty="0" err="1"/>
              <a:t>datos.csv</a:t>
            </a:r>
            <a:endParaRPr lang="es-CO" dirty="0"/>
          </a:p>
        </p:txBody>
      </p:sp>
      <p:pic>
        <p:nvPicPr>
          <p:cNvPr id="21" name="Imagen 20" descr="Tutorial: using an UTF-8 encoded CSV file to import users">
            <a:extLst>
              <a:ext uri="{FF2B5EF4-FFF2-40B4-BE49-F238E27FC236}">
                <a16:creationId xmlns:a16="http://schemas.microsoft.com/office/drawing/2014/main" id="{3E0E218F-F42A-677F-0BD0-ED7C064DC8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3352" y="3196376"/>
            <a:ext cx="2025502" cy="1265939"/>
          </a:xfrm>
          <a:prstGeom prst="rect">
            <a:avLst/>
          </a:prstGeom>
        </p:spPr>
      </p:pic>
      <p:pic>
        <p:nvPicPr>
          <p:cNvPr id="22" name="Imagen 21" descr="Upload Data with Power Query — Excel Dashboards VBA">
            <a:extLst>
              <a:ext uri="{FF2B5EF4-FFF2-40B4-BE49-F238E27FC236}">
                <a16:creationId xmlns:a16="http://schemas.microsoft.com/office/drawing/2014/main" id="{CA54DAD3-8717-CC1A-3DFF-DA8D9AB675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3131" y="594112"/>
            <a:ext cx="1285942" cy="1521772"/>
          </a:xfrm>
          <a:prstGeom prst="rect">
            <a:avLst/>
          </a:prstGeom>
        </p:spPr>
      </p:pic>
      <p:cxnSp>
        <p:nvCxnSpPr>
          <p:cNvPr id="24" name="Conector recto de flecha 23">
            <a:extLst>
              <a:ext uri="{FF2B5EF4-FFF2-40B4-BE49-F238E27FC236}">
                <a16:creationId xmlns:a16="http://schemas.microsoft.com/office/drawing/2014/main" id="{F066DD3D-6AA8-3FE7-D635-3A69AD0F2405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1464994" y="5531108"/>
            <a:ext cx="32378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ector recto de flecha 26">
            <a:extLst>
              <a:ext uri="{FF2B5EF4-FFF2-40B4-BE49-F238E27FC236}">
                <a16:creationId xmlns:a16="http://schemas.microsoft.com/office/drawing/2014/main" id="{BD81EB9B-99CA-4711-F73F-3D87354A0DF2}"/>
              </a:ext>
            </a:extLst>
          </p:cNvPr>
          <p:cNvCxnSpPr>
            <a:endCxn id="15" idx="2"/>
          </p:cNvCxnSpPr>
          <p:nvPr/>
        </p:nvCxnSpPr>
        <p:spPr>
          <a:xfrm flipV="1">
            <a:off x="3296093" y="4916484"/>
            <a:ext cx="1290889" cy="6146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ector recto de flecha 28">
            <a:extLst>
              <a:ext uri="{FF2B5EF4-FFF2-40B4-BE49-F238E27FC236}">
                <a16:creationId xmlns:a16="http://schemas.microsoft.com/office/drawing/2014/main" id="{D70DAFC4-1CFA-74F9-FD65-4007D5FE5076}"/>
              </a:ext>
            </a:extLst>
          </p:cNvPr>
          <p:cNvCxnSpPr>
            <a:stCxn id="6" idx="2"/>
            <a:endCxn id="14" idx="0"/>
          </p:cNvCxnSpPr>
          <p:nvPr/>
        </p:nvCxnSpPr>
        <p:spPr>
          <a:xfrm>
            <a:off x="2870150" y="2115884"/>
            <a:ext cx="1710648" cy="7367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cto de flecha 30">
            <a:extLst>
              <a:ext uri="{FF2B5EF4-FFF2-40B4-BE49-F238E27FC236}">
                <a16:creationId xmlns:a16="http://schemas.microsoft.com/office/drawing/2014/main" id="{BFFA6639-1701-B749-F560-192E64A8CE5E}"/>
              </a:ext>
            </a:extLst>
          </p:cNvPr>
          <p:cNvCxnSpPr>
            <a:stCxn id="14" idx="3"/>
          </p:cNvCxnSpPr>
          <p:nvPr/>
        </p:nvCxnSpPr>
        <p:spPr>
          <a:xfrm flipV="1">
            <a:off x="5428079" y="3689498"/>
            <a:ext cx="834498" cy="103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ector recto de flecha 32">
            <a:extLst>
              <a:ext uri="{FF2B5EF4-FFF2-40B4-BE49-F238E27FC236}">
                <a16:creationId xmlns:a16="http://schemas.microsoft.com/office/drawing/2014/main" id="{2CB1FD04-2BAC-A390-904E-A56B0B7F75E2}"/>
              </a:ext>
            </a:extLst>
          </p:cNvPr>
          <p:cNvCxnSpPr>
            <a:endCxn id="16" idx="1"/>
          </p:cNvCxnSpPr>
          <p:nvPr/>
        </p:nvCxnSpPr>
        <p:spPr>
          <a:xfrm>
            <a:off x="7251405" y="3753293"/>
            <a:ext cx="887146" cy="1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ector recto de flecha 34">
            <a:extLst>
              <a:ext uri="{FF2B5EF4-FFF2-40B4-BE49-F238E27FC236}">
                <a16:creationId xmlns:a16="http://schemas.microsoft.com/office/drawing/2014/main" id="{5953C754-5873-5D24-AD32-2DE2502F0671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9552681" y="3753293"/>
            <a:ext cx="883458" cy="1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ector recto de flecha 37">
            <a:extLst>
              <a:ext uri="{FF2B5EF4-FFF2-40B4-BE49-F238E27FC236}">
                <a16:creationId xmlns:a16="http://schemas.microsoft.com/office/drawing/2014/main" id="{2E33E7C2-E7E8-1536-D2AE-944E0B4EF62B}"/>
              </a:ext>
            </a:extLst>
          </p:cNvPr>
          <p:cNvCxnSpPr>
            <a:stCxn id="21" idx="0"/>
            <a:endCxn id="22" idx="2"/>
          </p:cNvCxnSpPr>
          <p:nvPr/>
        </p:nvCxnSpPr>
        <p:spPr>
          <a:xfrm flipH="1" flipV="1">
            <a:off x="11006102" y="2115884"/>
            <a:ext cx="1" cy="10804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ector recto de flecha 38">
            <a:extLst>
              <a:ext uri="{FF2B5EF4-FFF2-40B4-BE49-F238E27FC236}">
                <a16:creationId xmlns:a16="http://schemas.microsoft.com/office/drawing/2014/main" id="{E6F9C783-A946-80E7-4C1F-753A2A0DD5CA}"/>
              </a:ext>
            </a:extLst>
          </p:cNvPr>
          <p:cNvCxnSpPr>
            <a:cxnSpLocks/>
          </p:cNvCxnSpPr>
          <p:nvPr/>
        </p:nvCxnSpPr>
        <p:spPr>
          <a:xfrm>
            <a:off x="3410423" y="1202707"/>
            <a:ext cx="70257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96013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21</Words>
  <Application>Microsoft Macintosh PowerPoint</Application>
  <PresentationFormat>Panorámica</PresentationFormat>
  <Paragraphs>7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Juan Sebastian Angarita Torres</dc:creator>
  <cp:lastModifiedBy>Juan Sebastian Angarita Torres</cp:lastModifiedBy>
  <cp:revision>1</cp:revision>
  <dcterms:created xsi:type="dcterms:W3CDTF">2026-09-29T17:11:29Z</dcterms:created>
  <dcterms:modified xsi:type="dcterms:W3CDTF">2026-09-29T18:02:21Z</dcterms:modified>
</cp:coreProperties>
</file>